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dcf306f895467b" /><Relationship Type="http://schemas.openxmlformats.org/officeDocument/2006/relationships/extended-properties" Target="/docProps/app.xml" Id="R2b31723d43df4912" /><Relationship Type="http://schemas.openxmlformats.org/officeDocument/2006/relationships/officeDocument" Target="/ppt/presentation.xml" Id="R90b671122b82403e" /></Relationships>
</file>

<file path=ppt/presentation.xml><?xml version="1.0" encoding="utf-8"?>
<p:presentation xmlns:p="http://schemas.openxmlformats.org/presentationml/2006/main">
  <p:sldMasterIdLst>
    <p:sldMasterId xmlns:r="http://schemas.openxmlformats.org/officeDocument/2006/relationships" id="2147483648" r:id="R577c5a04139c40ab"/>
  </p:sldMasterIdLst>
  <p:notesMasterIdLst>
    <p:notesMasterId xmlns:r="http://schemas.openxmlformats.org/officeDocument/2006/relationships" r:id="Rab5ad8a487484dd2"/>
  </p:notesMasterIdLst>
  <p:sldIdLst>
    <p:sldId xmlns:r="http://schemas.openxmlformats.org/officeDocument/2006/relationships" id="256" r:id="R5bf4c95090684757"/>
    <p:sldId xmlns:r="http://schemas.openxmlformats.org/officeDocument/2006/relationships" id="257" r:id="R23f471d3de5f4543"/>
    <p:sldId xmlns:r="http://schemas.openxmlformats.org/officeDocument/2006/relationships" id="258" r:id="Rf564d39289e84a9f"/>
    <p:sldId xmlns:r="http://schemas.openxmlformats.org/officeDocument/2006/relationships" id="259" r:id="Rc186e5c601c347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47f4db335542a4" /><Relationship Type="http://schemas.openxmlformats.org/officeDocument/2006/relationships/slideMaster" Target="/ppt/slideMasters/slideMaster1.xml" Id="R577c5a04139c40ab" /><Relationship Type="http://schemas.openxmlformats.org/officeDocument/2006/relationships/notesMaster" Target="/ppt/notesMasters/notesMaster1.xml" Id="Rab5ad8a487484dd2" /><Relationship Type="http://schemas.openxmlformats.org/officeDocument/2006/relationships/presProps" Target="/ppt/presProps.xml" Id="R0fe915fc43ca4605" /><Relationship Type="http://schemas.openxmlformats.org/officeDocument/2006/relationships/tableStyles" Target="/ppt/tableStyles.xml" Id="Rf99abe9ac5aa43a5" /><Relationship Type="http://schemas.openxmlformats.org/officeDocument/2006/relationships/slide" Target="/ppt/slides/slide1.xml" Id="R5bf4c95090684757" /><Relationship Type="http://schemas.openxmlformats.org/officeDocument/2006/relationships/slide" Target="/ppt/slides/slide2.xml" Id="R23f471d3de5f4543" /><Relationship Type="http://schemas.openxmlformats.org/officeDocument/2006/relationships/slide" Target="/ppt/slides/slide3.xml" Id="Rf564d39289e84a9f" /><Relationship Type="http://schemas.openxmlformats.org/officeDocument/2006/relationships/slide" Target="/ppt/slides/slide4.xml" Id="Rc186e5c601c347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9688dbf7464b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2842aba2c141d1" /><Relationship Type="http://schemas.openxmlformats.org/officeDocument/2006/relationships/notesMaster" Target="/ppt/notesMasters/notesMaster1.xml" Id="R7df7d705f8124c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decbd959ad43f5" /><Relationship Type="http://schemas.openxmlformats.org/officeDocument/2006/relationships/notesMaster" Target="/ppt/notesMasters/notesMaster1.xml" Id="R4e49d66109254b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1067e910e94827" /><Relationship Type="http://schemas.openxmlformats.org/officeDocument/2006/relationships/notesMaster" Target="/ppt/notesMasters/notesMaster1.xml" Id="Rd64ebc964c5d4d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83e742fe5143af" /><Relationship Type="http://schemas.openxmlformats.org/officeDocument/2006/relationships/notesMaster" Target="/ppt/notesMasters/notesMaster1.xml" Id="R2c2e5e173ffa4b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Chrome extension opens the app with selected text. Without a live session, text uses local mathjs. The server obtains a signed URL using the API key and agent ID. Source: elevan-labs/src/main.js; server/index.js; extension/background.js; scripts/create-agent.js.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SDK uses a WebSocket connection. The calculate client tool calls POST /api/calculate; the SDK returns its result to the agent. The lower row summarizes the return via the browser. Source: elevan-labs/src/main.js; server/index.js; extension/background.js; scripts/create-agent.js.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agent ID is required internally. An explicit configured ID takes priority over the saved file. Restart the app after creating the agent. No actual secret values are included in this diagram. Source: elevan-labs/src/main.js; server/index.js; extension/background.js; scripts/create-agent.js.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extension passes selected text through a URL parameter. The app submits it to POST /api/calculate. Live voice remains disabled until both key and agent ID are configured. Source: elevan-labs/src/main.js; server/index.js; extension/background.js; scripts/create-agent.js.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59c7761b9f43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add5d538cc44ed" /><Relationship Type="http://schemas.openxmlformats.org/officeDocument/2006/relationships/slideLayout" Target="/ppt/slideLayouts/slideLayout1.xml" Id="Rb32546e5947444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2546e5947444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61eb8b55cd43e5" /><Relationship Type="http://schemas.openxmlformats.org/officeDocument/2006/relationships/notesSlide" Target="/ppt/notesSlides/notesSlide1.xml" Id="Rc4cae406b5b640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4ff1c81a3a42df" /><Relationship Type="http://schemas.openxmlformats.org/officeDocument/2006/relationships/notesSlide" Target="/ppt/notesSlides/notesSlide2.xml" Id="R999355bb3dcb41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39c3fcf90a4555" /><Relationship Type="http://schemas.openxmlformats.org/officeDocument/2006/relationships/notesSlide" Target="/ppt/notesSlides/notesSlide3.xml" Id="R249506e501bf48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9e17604e77946e8" /><Relationship Type="http://schemas.openxmlformats.org/officeDocument/2006/relationships/notesSlide" Target="/ppt/notesSlides/notesSlide4.xml" Id="Rd54e8b4027f748bf" /></Relationships>
</file>

<file path=ppt/slides/slide1.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853084E-4B7B-47A4-98B1-2B1F73732124}"/>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7376"/>
                </a:solidFill>
                <a:latin typeface="Bitstream Charter"/>
                <a:ea typeface="Bitstream Charter"/>
                <a:cs typeface="Bitstream Charter"/>
              </a:defRPr>
            </a:pPr>
            <a:r>
              <a:rPr sz="1200" b="0">
                <a:solidFill>
                  <a:srgbClr val="567376"/>
                </a:solidFill>
                <a:latin typeface="Bitstream Charter"/>
                <a:ea typeface="Bitstream Charter"/>
                <a:cs typeface="Bitstream Charter"/>
              </a:rPr>
              <a:t>PRESENTATIONS / VOICE MATH</a:t>
            </a:r>
          </a:p>
        </p:txBody>
      </p:sp>
      <p:sp>
        <p:nvSpPr>
          <p:cNvPr id="2" name="">
            <a:extLst xmlns:a="http://schemas.openxmlformats.org/drawingml/2006/main">
              <a:ext uri="{FF2B5EF4-FFF2-40B4-BE49-F238E27FC236}">
                <a16:creationId xmlns:a16="http://schemas.microsoft.com/office/drawing/2014/main" id="{587AF649-D45C-4D28-91DF-A68A88351D33}"/>
              </a:ext>
            </a:extLst>
          </p:cNvPr>
          <p:cNvSpPr>
            <a:spLocks xmlns:a="http://schemas.openxmlformats.org/drawingml/2006/main" noGrp="1"/>
          </p:cNvSpPr>
          <p:nvPr/>
        </p:nvSpPr>
        <p:spPr>
          <a:xfrm xmlns:a="http://schemas.openxmlformats.org/drawingml/2006/main">
            <a:off x="685800" y="9048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83C"/>
                </a:solidFill>
                <a:latin typeface="Bitstream Charter"/>
                <a:ea typeface="Bitstream Charter"/>
                <a:cs typeface="Bitstream Charter"/>
              </a:defRPr>
            </a:pPr>
            <a:r>
              <a:rPr sz="3450" b="1">
                <a:solidFill>
                  <a:srgbClr val="18383C"/>
                </a:solidFill>
                <a:latin typeface="Bitstream Charter"/>
                <a:ea typeface="Bitstream Charter"/>
                <a:cs typeface="Bitstream Charter"/>
              </a:rPr>
              <a:t>Voice Math architecture</a:t>
            </a:r>
          </a:p>
        </p:txBody>
      </p:sp>
      <p:sp>
        <p:nvSpPr>
          <p:cNvPr id="3" name="">
            <a:extLst xmlns:a="http://schemas.openxmlformats.org/drawingml/2006/main">
              <a:ext uri="{FF2B5EF4-FFF2-40B4-BE49-F238E27FC236}">
                <a16:creationId xmlns:a16="http://schemas.microsoft.com/office/drawing/2014/main" id="{BC8AB9BB-4C93-4831-BFA7-EB8DC00A87D7}"/>
              </a:ext>
            </a:extLst>
          </p:cNvPr>
          <p:cNvSpPr>
            <a:spLocks xmlns:a="http://schemas.openxmlformats.org/drawingml/2006/main" noGrp="1"/>
          </p:cNvSpPr>
          <p:nvPr/>
        </p:nvSpPr>
        <p:spPr>
          <a:xfrm xmlns:a="http://schemas.openxmlformats.org/drawingml/2006/main">
            <a:off x="685800" y="209550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Chrome extension</a:t>
            </a:r>
          </a:p>
        </p:txBody>
      </p:sp>
      <p:sp>
        <p:nvSpPr>
          <p:cNvPr id="4" name="">
            <a:extLst xmlns:a="http://schemas.openxmlformats.org/drawingml/2006/main">
              <a:ext uri="{FF2B5EF4-FFF2-40B4-BE49-F238E27FC236}">
                <a16:creationId xmlns:a16="http://schemas.microsoft.com/office/drawing/2014/main" id="{916658B1-AD6A-4B55-B251-24596F179849}"/>
              </a:ext>
            </a:extLst>
          </p:cNvPr>
          <p:cNvSpPr>
            <a:spLocks xmlns:a="http://schemas.openxmlformats.org/drawingml/2006/main" noGrp="1"/>
          </p:cNvSpPr>
          <p:nvPr/>
        </p:nvSpPr>
        <p:spPr>
          <a:xfrm xmlns:a="http://schemas.openxmlformats.org/drawingml/2006/main">
            <a:off x="3067050" y="2305050"/>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5" name="">
            <a:extLst xmlns:a="http://schemas.openxmlformats.org/drawingml/2006/main">
              <a:ext uri="{FF2B5EF4-FFF2-40B4-BE49-F238E27FC236}">
                <a16:creationId xmlns:a16="http://schemas.microsoft.com/office/drawing/2014/main" id="{88DA4D01-1EAA-41D3-8848-04AD036CE786}"/>
              </a:ext>
            </a:extLst>
          </p:cNvPr>
          <p:cNvSpPr>
            <a:spLocks xmlns:a="http://schemas.openxmlformats.org/drawingml/2006/main" noGrp="1"/>
          </p:cNvSpPr>
          <p:nvPr/>
        </p:nvSpPr>
        <p:spPr>
          <a:xfrm xmlns:a="http://schemas.openxmlformats.org/drawingml/2006/main">
            <a:off x="3486150" y="209550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Browser app</a:t>
            </a:r>
          </a:p>
        </p:txBody>
      </p:sp>
      <p:sp>
        <p:nvSpPr>
          <p:cNvPr id="6" name="">
            <a:extLst xmlns:a="http://schemas.openxmlformats.org/drawingml/2006/main">
              <a:ext uri="{FF2B5EF4-FFF2-40B4-BE49-F238E27FC236}">
                <a16:creationId xmlns:a16="http://schemas.microsoft.com/office/drawing/2014/main" id="{67C0E53C-8764-46AE-B089-47D47DEA3E54}"/>
              </a:ext>
            </a:extLst>
          </p:cNvPr>
          <p:cNvSpPr>
            <a:spLocks xmlns:a="http://schemas.openxmlformats.org/drawingml/2006/main" noGrp="1"/>
          </p:cNvSpPr>
          <p:nvPr/>
        </p:nvSpPr>
        <p:spPr>
          <a:xfrm xmlns:a="http://schemas.openxmlformats.org/drawingml/2006/main">
            <a:off x="5867400" y="2305050"/>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7" name="">
            <a:extLst xmlns:a="http://schemas.openxmlformats.org/drawingml/2006/main">
              <a:ext uri="{FF2B5EF4-FFF2-40B4-BE49-F238E27FC236}">
                <a16:creationId xmlns:a16="http://schemas.microsoft.com/office/drawing/2014/main" id="{3C98F79C-CA27-485A-AFA3-525BF7B0283F}"/>
              </a:ext>
            </a:extLst>
          </p:cNvPr>
          <p:cNvSpPr>
            <a:spLocks xmlns:a="http://schemas.openxmlformats.org/drawingml/2006/main" noGrp="1"/>
          </p:cNvSpPr>
          <p:nvPr/>
        </p:nvSpPr>
        <p:spPr>
          <a:xfrm xmlns:a="http://schemas.openxmlformats.org/drawingml/2006/main">
            <a:off x="6286500" y="209550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Local math API</a:t>
            </a:r>
          </a:p>
        </p:txBody>
      </p:sp>
      <p:sp>
        <p:nvSpPr>
          <p:cNvPr id="8" name="">
            <a:extLst xmlns:a="http://schemas.openxmlformats.org/drawingml/2006/main">
              <a:ext uri="{FF2B5EF4-FFF2-40B4-BE49-F238E27FC236}">
                <a16:creationId xmlns:a16="http://schemas.microsoft.com/office/drawing/2014/main" id="{3469CF3C-528A-4FD5-8C29-5BFBD0F102E6}"/>
              </a:ext>
            </a:extLst>
          </p:cNvPr>
          <p:cNvSpPr>
            <a:spLocks xmlns:a="http://schemas.openxmlformats.org/drawingml/2006/main" noGrp="1"/>
          </p:cNvSpPr>
          <p:nvPr/>
        </p:nvSpPr>
        <p:spPr>
          <a:xfrm xmlns:a="http://schemas.openxmlformats.org/drawingml/2006/main">
            <a:off x="8667750" y="2305050"/>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9" name="">
            <a:extLst xmlns:a="http://schemas.openxmlformats.org/drawingml/2006/main">
              <a:ext uri="{FF2B5EF4-FFF2-40B4-BE49-F238E27FC236}">
                <a16:creationId xmlns:a16="http://schemas.microsoft.com/office/drawing/2014/main" id="{4DEC2F1C-62C6-45E7-99ED-78102E78184A}"/>
              </a:ext>
            </a:extLst>
          </p:cNvPr>
          <p:cNvSpPr>
            <a:spLocks xmlns:a="http://schemas.openxmlformats.org/drawingml/2006/main" noGrp="1"/>
          </p:cNvSpPr>
          <p:nvPr/>
        </p:nvSpPr>
        <p:spPr>
          <a:xfrm xmlns:a="http://schemas.openxmlformats.org/drawingml/2006/main">
            <a:off x="9086850" y="209550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Answer in app</a:t>
            </a:r>
          </a:p>
        </p:txBody>
      </p:sp>
      <p:sp>
        <p:nvSpPr>
          <p:cNvPr id="10" name="">
            <a:extLst xmlns:a="http://schemas.openxmlformats.org/drawingml/2006/main">
              <a:ext uri="{FF2B5EF4-FFF2-40B4-BE49-F238E27FC236}">
                <a16:creationId xmlns:a16="http://schemas.microsoft.com/office/drawing/2014/main" id="{AC4E355F-2D8B-490B-9577-63F529327C08}"/>
              </a:ext>
            </a:extLst>
          </p:cNvPr>
          <p:cNvSpPr>
            <a:spLocks xmlns:a="http://schemas.openxmlformats.org/drawingml/2006/main" noGrp="1"/>
          </p:cNvSpPr>
          <p:nvPr/>
        </p:nvSpPr>
        <p:spPr>
          <a:xfrm xmlns:a="http://schemas.openxmlformats.org/drawingml/2006/main">
            <a:off x="685800" y="357187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Browser app</a:t>
            </a:r>
          </a:p>
        </p:txBody>
      </p:sp>
      <p:sp>
        <p:nvSpPr>
          <p:cNvPr id="11" name="">
            <a:extLst xmlns:a="http://schemas.openxmlformats.org/drawingml/2006/main">
              <a:ext uri="{FF2B5EF4-FFF2-40B4-BE49-F238E27FC236}">
                <a16:creationId xmlns:a16="http://schemas.microsoft.com/office/drawing/2014/main" id="{C51B1E66-12D7-4AB9-99EF-C56E5976C5AC}"/>
              </a:ext>
            </a:extLst>
          </p:cNvPr>
          <p:cNvSpPr>
            <a:spLocks xmlns:a="http://schemas.openxmlformats.org/drawingml/2006/main" noGrp="1"/>
          </p:cNvSpPr>
          <p:nvPr/>
        </p:nvSpPr>
        <p:spPr>
          <a:xfrm xmlns:a="http://schemas.openxmlformats.org/drawingml/2006/main">
            <a:off x="3067050" y="3781425"/>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12" name="">
            <a:extLst xmlns:a="http://schemas.openxmlformats.org/drawingml/2006/main">
              <a:ext uri="{FF2B5EF4-FFF2-40B4-BE49-F238E27FC236}">
                <a16:creationId xmlns:a16="http://schemas.microsoft.com/office/drawing/2014/main" id="{40B66E1E-0A09-432D-BB2C-F55C49C97874}"/>
              </a:ext>
            </a:extLst>
          </p:cNvPr>
          <p:cNvSpPr>
            <a:spLocks xmlns:a="http://schemas.openxmlformats.org/drawingml/2006/main" noGrp="1"/>
          </p:cNvSpPr>
          <p:nvPr/>
        </p:nvSpPr>
        <p:spPr>
          <a:xfrm xmlns:a="http://schemas.openxmlformats.org/drawingml/2006/main">
            <a:off x="3486150" y="357187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Session endpoint</a:t>
            </a:r>
          </a:p>
        </p:txBody>
      </p:sp>
      <p:sp>
        <p:nvSpPr>
          <p:cNvPr id="13" name="">
            <a:extLst xmlns:a="http://schemas.openxmlformats.org/drawingml/2006/main">
              <a:ext uri="{FF2B5EF4-FFF2-40B4-BE49-F238E27FC236}">
                <a16:creationId xmlns:a16="http://schemas.microsoft.com/office/drawing/2014/main" id="{530535DE-C6E8-4EFF-BD4B-BADC548C9923}"/>
              </a:ext>
            </a:extLst>
          </p:cNvPr>
          <p:cNvSpPr>
            <a:spLocks xmlns:a="http://schemas.openxmlformats.org/drawingml/2006/main" noGrp="1"/>
          </p:cNvSpPr>
          <p:nvPr/>
        </p:nvSpPr>
        <p:spPr>
          <a:xfrm xmlns:a="http://schemas.openxmlformats.org/drawingml/2006/main">
            <a:off x="5867400" y="3781425"/>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14" name="">
            <a:extLst xmlns:a="http://schemas.openxmlformats.org/drawingml/2006/main">
              <a:ext uri="{FF2B5EF4-FFF2-40B4-BE49-F238E27FC236}">
                <a16:creationId xmlns:a16="http://schemas.microsoft.com/office/drawing/2014/main" id="{F7ED0330-EFD9-4B04-BB7E-FD529D17060D}"/>
              </a:ext>
            </a:extLst>
          </p:cNvPr>
          <p:cNvSpPr>
            <a:spLocks xmlns:a="http://schemas.openxmlformats.org/drawingml/2006/main" noGrp="1"/>
          </p:cNvSpPr>
          <p:nvPr/>
        </p:nvSpPr>
        <p:spPr>
          <a:xfrm xmlns:a="http://schemas.openxmlformats.org/drawingml/2006/main">
            <a:off x="6286500" y="357187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ElevenLabs API</a:t>
            </a:r>
          </a:p>
        </p:txBody>
      </p:sp>
      <p:sp>
        <p:nvSpPr>
          <p:cNvPr id="15" name="">
            <a:extLst xmlns:a="http://schemas.openxmlformats.org/drawingml/2006/main">
              <a:ext uri="{FF2B5EF4-FFF2-40B4-BE49-F238E27FC236}">
                <a16:creationId xmlns:a16="http://schemas.microsoft.com/office/drawing/2014/main" id="{34C66559-0B12-4529-AFC4-8405C58DC304}"/>
              </a:ext>
            </a:extLst>
          </p:cNvPr>
          <p:cNvSpPr>
            <a:spLocks xmlns:a="http://schemas.openxmlformats.org/drawingml/2006/main" noGrp="1"/>
          </p:cNvSpPr>
          <p:nvPr/>
        </p:nvSpPr>
        <p:spPr>
          <a:xfrm xmlns:a="http://schemas.openxmlformats.org/drawingml/2006/main">
            <a:off x="8667750" y="3781425"/>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16" name="">
            <a:extLst xmlns:a="http://schemas.openxmlformats.org/drawingml/2006/main">
              <a:ext uri="{FF2B5EF4-FFF2-40B4-BE49-F238E27FC236}">
                <a16:creationId xmlns:a16="http://schemas.microsoft.com/office/drawing/2014/main" id="{3AAD644A-DF30-4EF1-8D51-5859626A3D70}"/>
              </a:ext>
            </a:extLst>
          </p:cNvPr>
          <p:cNvSpPr>
            <a:spLocks xmlns:a="http://schemas.openxmlformats.org/drawingml/2006/main" noGrp="1"/>
          </p:cNvSpPr>
          <p:nvPr/>
        </p:nvSpPr>
        <p:spPr>
          <a:xfrm xmlns:a="http://schemas.openxmlformats.org/drawingml/2006/main">
            <a:off x="9086850" y="357187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Signed URL</a:t>
            </a:r>
          </a:p>
        </p:txBody>
      </p:sp>
      <p:sp>
        <p:nvSpPr>
          <p:cNvPr id="17" name="">
            <a:extLst xmlns:a="http://schemas.openxmlformats.org/drawingml/2006/main">
              <a:ext uri="{FF2B5EF4-FFF2-40B4-BE49-F238E27FC236}">
                <a16:creationId xmlns:a16="http://schemas.microsoft.com/office/drawing/2014/main" id="{B70F9706-CA3A-4B09-9BC5-14EF5A224A7A}"/>
              </a:ext>
            </a:extLst>
          </p:cNvPr>
          <p:cNvSpPr>
            <a:spLocks xmlns:a="http://schemas.openxmlformats.org/drawingml/2006/main" noGrp="1"/>
          </p:cNvSpPr>
          <p:nvPr/>
        </p:nvSpPr>
        <p:spPr>
          <a:xfrm xmlns:a="http://schemas.openxmlformats.org/drawingml/2006/main">
            <a:off x="685800" y="54292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3C"/>
                </a:solidFill>
                <a:latin typeface="Bitstream Charter"/>
                <a:ea typeface="Bitstream Charter"/>
                <a:cs typeface="Bitstream Charter"/>
              </a:defRPr>
            </a:pPr>
            <a:r>
              <a:rPr sz="2100" b="0">
                <a:solidFill>
                  <a:srgbClr val="18383C"/>
                </a:solidFill>
                <a:latin typeface="Bitstream Charter"/>
                <a:ea typeface="Bitstream Charter"/>
                <a:cs typeface="Bitstream Charter"/>
              </a:rPr>
              <a:t>Live audio travels directly between the browser and ElevenLabs.</a:t>
            </a:r>
          </a:p>
        </p:txBody>
      </p:sp>
      <p:sp>
        <p:nvSpPr>
          <p:cNvPr id="18" name="">
            <a:extLst xmlns:a="http://schemas.openxmlformats.org/drawingml/2006/main">
              <a:ext uri="{FF2B5EF4-FFF2-40B4-BE49-F238E27FC236}">
                <a16:creationId xmlns:a16="http://schemas.microsoft.com/office/drawing/2014/main" id="{AB2EC0B7-73C9-4683-A2FF-DF65C5335E78}"/>
              </a:ext>
            </a:extLst>
          </p:cNvPr>
          <p:cNvSpPr>
            <a:spLocks xmlns:a="http://schemas.openxmlformats.org/drawingml/2006/main" noGrp="1"/>
          </p:cNvSpPr>
          <p:nvPr/>
        </p:nvSpPr>
        <p:spPr>
          <a:xfrm xmlns:a="http://schemas.openxmlformats.org/drawingml/2006/main">
            <a:off x="10668000" y="63341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8383C"/>
                </a:solidFill>
                <a:latin typeface="Bitstream Charter"/>
                <a:ea typeface="Bitstream Charter"/>
                <a:cs typeface="Bitstream Charter"/>
              </a:defRPr>
            </a:pPr>
            <a:r>
              <a:rPr sz="1200" b="0">
                <a:solidFill>
                  <a:srgbClr val="18383C"/>
                </a:solidFill>
                <a:latin typeface="Bitstream Charter"/>
                <a:ea typeface="Bitstream Charter"/>
                <a:cs typeface="Bitstream Charter"/>
              </a:rPr>
              <a:t>1 / 4</a:t>
            </a:r>
          </a:p>
        </p:txBody>
      </p:sp>
    </p:spTree>
    <p:extLst>
      <p:ext uri="{BB962C8B-B14F-4D97-AF65-F5344CB8AC3E}">
        <p14:creationId xmlns:p14="http://schemas.microsoft.com/office/powerpoint/2010/main" val="684571792"/>
      </p:ext>
    </p:extLst>
  </p:cSld>
</p:sld>
</file>

<file path=ppt/slides/slide2.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8D5BA6-7B69-4F4C-98F5-96B83870290D}"/>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7376"/>
                </a:solidFill>
                <a:latin typeface="Bitstream Charter"/>
                <a:ea typeface="Bitstream Charter"/>
                <a:cs typeface="Bitstream Charter"/>
              </a:defRPr>
            </a:pPr>
            <a:r>
              <a:rPr sz="1200" b="0">
                <a:solidFill>
                  <a:srgbClr val="567376"/>
                </a:solidFill>
                <a:latin typeface="Bitstream Charter"/>
                <a:ea typeface="Bitstream Charter"/>
                <a:cs typeface="Bitstream Charter"/>
              </a:rPr>
              <a:t>PRESENTATIONS / VOICE MATH</a:t>
            </a:r>
          </a:p>
        </p:txBody>
      </p:sp>
      <p:sp>
        <p:nvSpPr>
          <p:cNvPr id="2" name="">
            <a:extLst xmlns:a="http://schemas.openxmlformats.org/drawingml/2006/main">
              <a:ext uri="{FF2B5EF4-FFF2-40B4-BE49-F238E27FC236}">
                <a16:creationId xmlns:a16="http://schemas.microsoft.com/office/drawing/2014/main" id="{467519AD-DB7D-418F-B1A9-1839DA851FF1}"/>
              </a:ext>
            </a:extLst>
          </p:cNvPr>
          <p:cNvSpPr>
            <a:spLocks xmlns:a="http://schemas.openxmlformats.org/drawingml/2006/main" noGrp="1"/>
          </p:cNvSpPr>
          <p:nvPr/>
        </p:nvSpPr>
        <p:spPr>
          <a:xfrm xmlns:a="http://schemas.openxmlformats.org/drawingml/2006/main">
            <a:off x="685800" y="9048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83C"/>
                </a:solidFill>
                <a:latin typeface="Bitstream Charter"/>
                <a:ea typeface="Bitstream Charter"/>
                <a:cs typeface="Bitstream Charter"/>
              </a:defRPr>
            </a:pPr>
            <a:r>
              <a:rPr sz="3450" b="1">
                <a:solidFill>
                  <a:srgbClr val="18383C"/>
                </a:solidFill>
                <a:latin typeface="Bitstream Charter"/>
                <a:ea typeface="Bitstream Charter"/>
                <a:cs typeface="Bitstream Charter"/>
              </a:rPr>
              <a:t>Live voice and calculator calls</a:t>
            </a:r>
          </a:p>
        </p:txBody>
      </p:sp>
      <p:sp>
        <p:nvSpPr>
          <p:cNvPr id="3" name="">
            <a:extLst xmlns:a="http://schemas.openxmlformats.org/drawingml/2006/main">
              <a:ext uri="{FF2B5EF4-FFF2-40B4-BE49-F238E27FC236}">
                <a16:creationId xmlns:a16="http://schemas.microsoft.com/office/drawing/2014/main" id="{80F674C6-94DC-4063-AFF3-78FF273C21DB}"/>
              </a:ext>
            </a:extLst>
          </p:cNvPr>
          <p:cNvSpPr>
            <a:spLocks xmlns:a="http://schemas.openxmlformats.org/drawingml/2006/main" noGrp="1"/>
          </p:cNvSpPr>
          <p:nvPr/>
        </p:nvSpPr>
        <p:spPr>
          <a:xfrm xmlns:a="http://schemas.openxmlformats.org/drawingml/2006/main">
            <a:off x="685800" y="190500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Microphone</a:t>
            </a:r>
          </a:p>
        </p:txBody>
      </p:sp>
      <p:sp>
        <p:nvSpPr>
          <p:cNvPr id="4" name="">
            <a:extLst xmlns:a="http://schemas.openxmlformats.org/drawingml/2006/main">
              <a:ext uri="{FF2B5EF4-FFF2-40B4-BE49-F238E27FC236}">
                <a16:creationId xmlns:a16="http://schemas.microsoft.com/office/drawing/2014/main" id="{2613BD5C-BDFF-451D-A79A-AD561AEAC59A}"/>
              </a:ext>
            </a:extLst>
          </p:cNvPr>
          <p:cNvSpPr>
            <a:spLocks xmlns:a="http://schemas.openxmlformats.org/drawingml/2006/main" noGrp="1"/>
          </p:cNvSpPr>
          <p:nvPr/>
        </p:nvSpPr>
        <p:spPr>
          <a:xfrm xmlns:a="http://schemas.openxmlformats.org/drawingml/2006/main">
            <a:off x="3067050" y="2114550"/>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5" name="">
            <a:extLst xmlns:a="http://schemas.openxmlformats.org/drawingml/2006/main">
              <a:ext uri="{FF2B5EF4-FFF2-40B4-BE49-F238E27FC236}">
                <a16:creationId xmlns:a16="http://schemas.microsoft.com/office/drawing/2014/main" id="{E6D47C6E-42DA-4C08-9DFC-B1E8B56D9D30}"/>
              </a:ext>
            </a:extLst>
          </p:cNvPr>
          <p:cNvSpPr>
            <a:spLocks xmlns:a="http://schemas.openxmlformats.org/drawingml/2006/main" noGrp="1"/>
          </p:cNvSpPr>
          <p:nvPr/>
        </p:nvSpPr>
        <p:spPr>
          <a:xfrm xmlns:a="http://schemas.openxmlformats.org/drawingml/2006/main">
            <a:off x="3486150" y="190500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Browser SDK</a:t>
            </a:r>
          </a:p>
        </p:txBody>
      </p:sp>
      <p:sp>
        <p:nvSpPr>
          <p:cNvPr id="6" name="">
            <a:extLst xmlns:a="http://schemas.openxmlformats.org/drawingml/2006/main">
              <a:ext uri="{FF2B5EF4-FFF2-40B4-BE49-F238E27FC236}">
                <a16:creationId xmlns:a16="http://schemas.microsoft.com/office/drawing/2014/main" id="{B3A843A0-D4C0-4C7E-9A62-B4EDB7C72EC2}"/>
              </a:ext>
            </a:extLst>
          </p:cNvPr>
          <p:cNvSpPr>
            <a:spLocks xmlns:a="http://schemas.openxmlformats.org/drawingml/2006/main" noGrp="1"/>
          </p:cNvSpPr>
          <p:nvPr/>
        </p:nvSpPr>
        <p:spPr>
          <a:xfrm xmlns:a="http://schemas.openxmlformats.org/drawingml/2006/main">
            <a:off x="5867400" y="2114550"/>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7" name="">
            <a:extLst xmlns:a="http://schemas.openxmlformats.org/drawingml/2006/main">
              <a:ext uri="{FF2B5EF4-FFF2-40B4-BE49-F238E27FC236}">
                <a16:creationId xmlns:a16="http://schemas.microsoft.com/office/drawing/2014/main" id="{DFF5E95C-C167-4651-8BBC-E6C8BB1F9640}"/>
              </a:ext>
            </a:extLst>
          </p:cNvPr>
          <p:cNvSpPr>
            <a:spLocks xmlns:a="http://schemas.openxmlformats.org/drawingml/2006/main" noGrp="1"/>
          </p:cNvSpPr>
          <p:nvPr/>
        </p:nvSpPr>
        <p:spPr>
          <a:xfrm xmlns:a="http://schemas.openxmlformats.org/drawingml/2006/main">
            <a:off x="6286500" y="190500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ElevenLabs agent</a:t>
            </a:r>
          </a:p>
        </p:txBody>
      </p:sp>
      <p:sp>
        <p:nvSpPr>
          <p:cNvPr id="8" name="">
            <a:extLst xmlns:a="http://schemas.openxmlformats.org/drawingml/2006/main">
              <a:ext uri="{FF2B5EF4-FFF2-40B4-BE49-F238E27FC236}">
                <a16:creationId xmlns:a16="http://schemas.microsoft.com/office/drawing/2014/main" id="{2F38FC4D-E01E-46F3-B5EB-F58F5B70AAD7}"/>
              </a:ext>
            </a:extLst>
          </p:cNvPr>
          <p:cNvSpPr>
            <a:spLocks xmlns:a="http://schemas.openxmlformats.org/drawingml/2006/main" noGrp="1"/>
          </p:cNvSpPr>
          <p:nvPr/>
        </p:nvSpPr>
        <p:spPr>
          <a:xfrm xmlns:a="http://schemas.openxmlformats.org/drawingml/2006/main">
            <a:off x="8667750" y="2114550"/>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9" name="">
            <a:extLst xmlns:a="http://schemas.openxmlformats.org/drawingml/2006/main">
              <a:ext uri="{FF2B5EF4-FFF2-40B4-BE49-F238E27FC236}">
                <a16:creationId xmlns:a16="http://schemas.microsoft.com/office/drawing/2014/main" id="{FD76957E-0DBB-4163-B93A-E7734A362A27}"/>
              </a:ext>
            </a:extLst>
          </p:cNvPr>
          <p:cNvSpPr>
            <a:spLocks xmlns:a="http://schemas.openxmlformats.org/drawingml/2006/main" noGrp="1"/>
          </p:cNvSpPr>
          <p:nvPr/>
        </p:nvSpPr>
        <p:spPr>
          <a:xfrm xmlns:a="http://schemas.openxmlformats.org/drawingml/2006/main">
            <a:off x="9086850" y="190500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Spoken response</a:t>
            </a:r>
          </a:p>
        </p:txBody>
      </p:sp>
      <p:sp>
        <p:nvSpPr>
          <p:cNvPr id="10" name="">
            <a:extLst xmlns:a="http://schemas.openxmlformats.org/drawingml/2006/main">
              <a:ext uri="{FF2B5EF4-FFF2-40B4-BE49-F238E27FC236}">
                <a16:creationId xmlns:a16="http://schemas.microsoft.com/office/drawing/2014/main" id="{F46F27EE-DEDA-4214-926F-93E64B627D6A}"/>
              </a:ext>
            </a:extLst>
          </p:cNvPr>
          <p:cNvSpPr>
            <a:spLocks xmlns:a="http://schemas.openxmlformats.org/drawingml/2006/main" noGrp="1"/>
          </p:cNvSpPr>
          <p:nvPr/>
        </p:nvSpPr>
        <p:spPr>
          <a:xfrm xmlns:a="http://schemas.openxmlformats.org/drawingml/2006/main">
            <a:off x="685800" y="357187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Agent tool call</a:t>
            </a:r>
          </a:p>
        </p:txBody>
      </p:sp>
      <p:sp>
        <p:nvSpPr>
          <p:cNvPr id="11" name="">
            <a:extLst xmlns:a="http://schemas.openxmlformats.org/drawingml/2006/main">
              <a:ext uri="{FF2B5EF4-FFF2-40B4-BE49-F238E27FC236}">
                <a16:creationId xmlns:a16="http://schemas.microsoft.com/office/drawing/2014/main" id="{8FFD7909-481A-4BDA-AB68-1698935D815C}"/>
              </a:ext>
            </a:extLst>
          </p:cNvPr>
          <p:cNvSpPr>
            <a:spLocks xmlns:a="http://schemas.openxmlformats.org/drawingml/2006/main" noGrp="1"/>
          </p:cNvSpPr>
          <p:nvPr/>
        </p:nvSpPr>
        <p:spPr>
          <a:xfrm xmlns:a="http://schemas.openxmlformats.org/drawingml/2006/main">
            <a:off x="3067050" y="3781425"/>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12" name="">
            <a:extLst xmlns:a="http://schemas.openxmlformats.org/drawingml/2006/main">
              <a:ext uri="{FF2B5EF4-FFF2-40B4-BE49-F238E27FC236}">
                <a16:creationId xmlns:a16="http://schemas.microsoft.com/office/drawing/2014/main" id="{E9DF85F8-2FF9-49E8-97C3-885307DF3686}"/>
              </a:ext>
            </a:extLst>
          </p:cNvPr>
          <p:cNvSpPr>
            <a:spLocks xmlns:a="http://schemas.openxmlformats.org/drawingml/2006/main" noGrp="1"/>
          </p:cNvSpPr>
          <p:nvPr/>
        </p:nvSpPr>
        <p:spPr>
          <a:xfrm xmlns:a="http://schemas.openxmlformats.org/drawingml/2006/main">
            <a:off x="3486150" y="357187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Browser callback</a:t>
            </a:r>
          </a:p>
        </p:txBody>
      </p:sp>
      <p:sp>
        <p:nvSpPr>
          <p:cNvPr id="13" name="">
            <a:extLst xmlns:a="http://schemas.openxmlformats.org/drawingml/2006/main">
              <a:ext uri="{FF2B5EF4-FFF2-40B4-BE49-F238E27FC236}">
                <a16:creationId xmlns:a16="http://schemas.microsoft.com/office/drawing/2014/main" id="{82324C93-0043-4FE2-BF09-3F4CDFCDBABB}"/>
              </a:ext>
            </a:extLst>
          </p:cNvPr>
          <p:cNvSpPr>
            <a:spLocks xmlns:a="http://schemas.openxmlformats.org/drawingml/2006/main" noGrp="1"/>
          </p:cNvSpPr>
          <p:nvPr/>
        </p:nvSpPr>
        <p:spPr>
          <a:xfrm xmlns:a="http://schemas.openxmlformats.org/drawingml/2006/main">
            <a:off x="5867400" y="3781425"/>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14" name="">
            <a:extLst xmlns:a="http://schemas.openxmlformats.org/drawingml/2006/main">
              <a:ext uri="{FF2B5EF4-FFF2-40B4-BE49-F238E27FC236}">
                <a16:creationId xmlns:a16="http://schemas.microsoft.com/office/drawing/2014/main" id="{61857F39-A4F9-43FC-AD99-BAA4CC73D372}"/>
              </a:ext>
            </a:extLst>
          </p:cNvPr>
          <p:cNvSpPr>
            <a:spLocks xmlns:a="http://schemas.openxmlformats.org/drawingml/2006/main" noGrp="1"/>
          </p:cNvSpPr>
          <p:nvPr/>
        </p:nvSpPr>
        <p:spPr>
          <a:xfrm xmlns:a="http://schemas.openxmlformats.org/drawingml/2006/main">
            <a:off x="6286500" y="357187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Local math API</a:t>
            </a:r>
          </a:p>
        </p:txBody>
      </p:sp>
      <p:sp>
        <p:nvSpPr>
          <p:cNvPr id="15" name="">
            <a:extLst xmlns:a="http://schemas.openxmlformats.org/drawingml/2006/main">
              <a:ext uri="{FF2B5EF4-FFF2-40B4-BE49-F238E27FC236}">
                <a16:creationId xmlns:a16="http://schemas.microsoft.com/office/drawing/2014/main" id="{FFA53046-58D7-450A-8718-54E03338B772}"/>
              </a:ext>
            </a:extLst>
          </p:cNvPr>
          <p:cNvSpPr>
            <a:spLocks xmlns:a="http://schemas.openxmlformats.org/drawingml/2006/main" noGrp="1"/>
          </p:cNvSpPr>
          <p:nvPr/>
        </p:nvSpPr>
        <p:spPr>
          <a:xfrm xmlns:a="http://schemas.openxmlformats.org/drawingml/2006/main">
            <a:off x="8667750" y="3781425"/>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16" name="">
            <a:extLst xmlns:a="http://schemas.openxmlformats.org/drawingml/2006/main">
              <a:ext uri="{FF2B5EF4-FFF2-40B4-BE49-F238E27FC236}">
                <a16:creationId xmlns:a16="http://schemas.microsoft.com/office/drawing/2014/main" id="{07F8DBBF-175F-4DF5-AE84-A2FC9115BDAA}"/>
              </a:ext>
            </a:extLst>
          </p:cNvPr>
          <p:cNvSpPr>
            <a:spLocks xmlns:a="http://schemas.openxmlformats.org/drawingml/2006/main" noGrp="1"/>
          </p:cNvSpPr>
          <p:nvPr/>
        </p:nvSpPr>
        <p:spPr>
          <a:xfrm xmlns:a="http://schemas.openxmlformats.org/drawingml/2006/main">
            <a:off x="9086850" y="357187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Result to agent</a:t>
            </a:r>
          </a:p>
        </p:txBody>
      </p:sp>
      <p:sp>
        <p:nvSpPr>
          <p:cNvPr id="17" name="">
            <a:extLst xmlns:a="http://schemas.openxmlformats.org/drawingml/2006/main">
              <a:ext uri="{FF2B5EF4-FFF2-40B4-BE49-F238E27FC236}">
                <a16:creationId xmlns:a16="http://schemas.microsoft.com/office/drawing/2014/main" id="{7EA7BD6C-EBD8-4293-985E-991AB3566661}"/>
              </a:ext>
            </a:extLst>
          </p:cNvPr>
          <p:cNvSpPr>
            <a:spLocks xmlns:a="http://schemas.openxmlformats.org/drawingml/2006/main" noGrp="1"/>
          </p:cNvSpPr>
          <p:nvPr/>
        </p:nvSpPr>
        <p:spPr>
          <a:xfrm xmlns:a="http://schemas.openxmlformats.org/drawingml/2006/main">
            <a:off x="685800" y="54292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3C"/>
                </a:solidFill>
                <a:latin typeface="Bitstream Charter"/>
                <a:ea typeface="Bitstream Charter"/>
                <a:cs typeface="Bitstream Charter"/>
              </a:defRPr>
            </a:pPr>
            <a:r>
              <a:rPr sz="2100" b="0">
                <a:solidFill>
                  <a:srgbClr val="18383C"/>
                </a:solidFill>
                <a:latin typeface="Bitstream Charter"/>
                <a:ea typeface="Bitstream Charter"/>
                <a:cs typeface="Bitstream Charter"/>
              </a:rPr>
              <a:t>The calculator runs locally; the conversation runs in ElevenLabs.</a:t>
            </a:r>
          </a:p>
        </p:txBody>
      </p:sp>
      <p:sp>
        <p:nvSpPr>
          <p:cNvPr id="18" name="">
            <a:extLst xmlns:a="http://schemas.openxmlformats.org/drawingml/2006/main">
              <a:ext uri="{FF2B5EF4-FFF2-40B4-BE49-F238E27FC236}">
                <a16:creationId xmlns:a16="http://schemas.microsoft.com/office/drawing/2014/main" id="{7C22B2F4-08DE-42A5-9ACF-362D49FF112C}"/>
              </a:ext>
            </a:extLst>
          </p:cNvPr>
          <p:cNvSpPr>
            <a:spLocks xmlns:a="http://schemas.openxmlformats.org/drawingml/2006/main" noGrp="1"/>
          </p:cNvSpPr>
          <p:nvPr/>
        </p:nvSpPr>
        <p:spPr>
          <a:xfrm xmlns:a="http://schemas.openxmlformats.org/drawingml/2006/main">
            <a:off x="10668000" y="63341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8383C"/>
                </a:solidFill>
                <a:latin typeface="Bitstream Charter"/>
                <a:ea typeface="Bitstream Charter"/>
                <a:cs typeface="Bitstream Charter"/>
              </a:defRPr>
            </a:pPr>
            <a:r>
              <a:rPr sz="1200" b="0">
                <a:solidFill>
                  <a:srgbClr val="18383C"/>
                </a:solidFill>
                <a:latin typeface="Bitstream Charter"/>
                <a:ea typeface="Bitstream Charter"/>
                <a:cs typeface="Bitstream Charter"/>
              </a:rPr>
              <a:t>2 / 4</a:t>
            </a:r>
          </a:p>
        </p:txBody>
      </p:sp>
    </p:spTree>
    <p:extLst>
      <p:ext uri="{BB962C8B-B14F-4D97-AF65-F5344CB8AC3E}">
        <p14:creationId xmlns:p14="http://schemas.microsoft.com/office/powerpoint/2010/main" val="2061302609"/>
      </p:ext>
    </p:extLst>
  </p:cSld>
</p:sld>
</file>

<file path=ppt/slides/slide3.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833E78-BD36-4529-B424-BAFD24728AAB}"/>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7376"/>
                </a:solidFill>
                <a:latin typeface="Bitstream Charter"/>
                <a:ea typeface="Bitstream Charter"/>
                <a:cs typeface="Bitstream Charter"/>
              </a:defRPr>
            </a:pPr>
            <a:r>
              <a:rPr sz="1200" b="0">
                <a:solidFill>
                  <a:srgbClr val="567376"/>
                </a:solidFill>
                <a:latin typeface="Bitstream Charter"/>
                <a:ea typeface="Bitstream Charter"/>
                <a:cs typeface="Bitstream Charter"/>
              </a:rPr>
              <a:t>PRESENTATIONS / VOICE MATH</a:t>
            </a:r>
          </a:p>
        </p:txBody>
      </p:sp>
      <p:sp>
        <p:nvSpPr>
          <p:cNvPr id="2" name="">
            <a:extLst xmlns:a="http://schemas.openxmlformats.org/drawingml/2006/main">
              <a:ext uri="{FF2B5EF4-FFF2-40B4-BE49-F238E27FC236}">
                <a16:creationId xmlns:a16="http://schemas.microsoft.com/office/drawing/2014/main" id="{696C0A79-76C9-41C8-9CA3-1CCC2F77B7EC}"/>
              </a:ext>
            </a:extLst>
          </p:cNvPr>
          <p:cNvSpPr>
            <a:spLocks xmlns:a="http://schemas.openxmlformats.org/drawingml/2006/main" noGrp="1"/>
          </p:cNvSpPr>
          <p:nvPr/>
        </p:nvSpPr>
        <p:spPr>
          <a:xfrm xmlns:a="http://schemas.openxmlformats.org/drawingml/2006/main">
            <a:off x="685800" y="9048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83C"/>
                </a:solidFill>
                <a:latin typeface="Bitstream Charter"/>
                <a:ea typeface="Bitstream Charter"/>
                <a:cs typeface="Bitstream Charter"/>
              </a:defRPr>
            </a:pPr>
            <a:r>
              <a:rPr sz="3450" b="1">
                <a:solidFill>
                  <a:srgbClr val="18383C"/>
                </a:solidFill>
                <a:latin typeface="Bitstream Charter"/>
                <a:ea typeface="Bitstream Charter"/>
                <a:cs typeface="Bitstream Charter"/>
              </a:rPr>
              <a:t>An API key creates the agent ID</a:t>
            </a:r>
          </a:p>
        </p:txBody>
      </p:sp>
      <p:sp>
        <p:nvSpPr>
          <p:cNvPr id="3" name="">
            <a:extLst xmlns:a="http://schemas.openxmlformats.org/drawingml/2006/main">
              <a:ext uri="{FF2B5EF4-FFF2-40B4-BE49-F238E27FC236}">
                <a16:creationId xmlns:a16="http://schemas.microsoft.com/office/drawing/2014/main" id="{E273E2BE-98E6-4213-AE42-0EAB0B27B14B}"/>
              </a:ext>
            </a:extLst>
          </p:cNvPr>
          <p:cNvSpPr>
            <a:spLocks xmlns:a="http://schemas.openxmlformats.org/drawingml/2006/main" noGrp="1"/>
          </p:cNvSpPr>
          <p:nvPr/>
        </p:nvSpPr>
        <p:spPr>
          <a:xfrm xmlns:a="http://schemas.openxmlformats.org/drawingml/2006/main">
            <a:off x="685800" y="233362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API key in .env</a:t>
            </a:r>
          </a:p>
        </p:txBody>
      </p:sp>
      <p:sp>
        <p:nvSpPr>
          <p:cNvPr id="4" name="">
            <a:extLst xmlns:a="http://schemas.openxmlformats.org/drawingml/2006/main">
              <a:ext uri="{FF2B5EF4-FFF2-40B4-BE49-F238E27FC236}">
                <a16:creationId xmlns:a16="http://schemas.microsoft.com/office/drawing/2014/main" id="{185701CA-0108-4A3A-BF63-7327BBE90232}"/>
              </a:ext>
            </a:extLst>
          </p:cNvPr>
          <p:cNvSpPr>
            <a:spLocks xmlns:a="http://schemas.openxmlformats.org/drawingml/2006/main" noGrp="1"/>
          </p:cNvSpPr>
          <p:nvPr/>
        </p:nvSpPr>
        <p:spPr>
          <a:xfrm xmlns:a="http://schemas.openxmlformats.org/drawingml/2006/main">
            <a:off x="3067050" y="2543175"/>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5" name="">
            <a:extLst xmlns:a="http://schemas.openxmlformats.org/drawingml/2006/main">
              <a:ext uri="{FF2B5EF4-FFF2-40B4-BE49-F238E27FC236}">
                <a16:creationId xmlns:a16="http://schemas.microsoft.com/office/drawing/2014/main" id="{715262F2-8B2E-4C75-ABCF-EA552514F432}"/>
              </a:ext>
            </a:extLst>
          </p:cNvPr>
          <p:cNvSpPr>
            <a:spLocks xmlns:a="http://schemas.openxmlformats.org/drawingml/2006/main" noGrp="1"/>
          </p:cNvSpPr>
          <p:nvPr/>
        </p:nvSpPr>
        <p:spPr>
          <a:xfrm xmlns:a="http://schemas.openxmlformats.org/drawingml/2006/main">
            <a:off x="3486150" y="233362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agent:setup script</a:t>
            </a:r>
          </a:p>
        </p:txBody>
      </p:sp>
      <p:sp>
        <p:nvSpPr>
          <p:cNvPr id="6" name="">
            <a:extLst xmlns:a="http://schemas.openxmlformats.org/drawingml/2006/main">
              <a:ext uri="{FF2B5EF4-FFF2-40B4-BE49-F238E27FC236}">
                <a16:creationId xmlns:a16="http://schemas.microsoft.com/office/drawing/2014/main" id="{50F4A491-426C-4C33-94FB-3CC0BCD28525}"/>
              </a:ext>
            </a:extLst>
          </p:cNvPr>
          <p:cNvSpPr>
            <a:spLocks xmlns:a="http://schemas.openxmlformats.org/drawingml/2006/main" noGrp="1"/>
          </p:cNvSpPr>
          <p:nvPr/>
        </p:nvSpPr>
        <p:spPr>
          <a:xfrm xmlns:a="http://schemas.openxmlformats.org/drawingml/2006/main">
            <a:off x="5867400" y="2543175"/>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7" name="">
            <a:extLst xmlns:a="http://schemas.openxmlformats.org/drawingml/2006/main">
              <a:ext uri="{FF2B5EF4-FFF2-40B4-BE49-F238E27FC236}">
                <a16:creationId xmlns:a16="http://schemas.microsoft.com/office/drawing/2014/main" id="{3E5CD93C-6302-422B-97EA-AEDCAEDA7EC1}"/>
              </a:ext>
            </a:extLst>
          </p:cNvPr>
          <p:cNvSpPr>
            <a:spLocks xmlns:a="http://schemas.openxmlformats.org/drawingml/2006/main" noGrp="1"/>
          </p:cNvSpPr>
          <p:nvPr/>
        </p:nvSpPr>
        <p:spPr>
          <a:xfrm xmlns:a="http://schemas.openxmlformats.org/drawingml/2006/main">
            <a:off x="6286500" y="233362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Create agent API</a:t>
            </a:r>
          </a:p>
        </p:txBody>
      </p:sp>
      <p:sp>
        <p:nvSpPr>
          <p:cNvPr id="8" name="">
            <a:extLst xmlns:a="http://schemas.openxmlformats.org/drawingml/2006/main">
              <a:ext uri="{FF2B5EF4-FFF2-40B4-BE49-F238E27FC236}">
                <a16:creationId xmlns:a16="http://schemas.microsoft.com/office/drawing/2014/main" id="{886E6634-C1DF-4FB0-9AFD-2008B1917319}"/>
              </a:ext>
            </a:extLst>
          </p:cNvPr>
          <p:cNvSpPr>
            <a:spLocks xmlns:a="http://schemas.openxmlformats.org/drawingml/2006/main" noGrp="1"/>
          </p:cNvSpPr>
          <p:nvPr/>
        </p:nvSpPr>
        <p:spPr>
          <a:xfrm xmlns:a="http://schemas.openxmlformats.org/drawingml/2006/main">
            <a:off x="8667750" y="2543175"/>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9" name="">
            <a:extLst xmlns:a="http://schemas.openxmlformats.org/drawingml/2006/main">
              <a:ext uri="{FF2B5EF4-FFF2-40B4-BE49-F238E27FC236}">
                <a16:creationId xmlns:a16="http://schemas.microsoft.com/office/drawing/2014/main" id="{0A4B1B1F-034D-43CF-8127-B5EA0100546E}"/>
              </a:ext>
            </a:extLst>
          </p:cNvPr>
          <p:cNvSpPr>
            <a:spLocks xmlns:a="http://schemas.openxmlformats.org/drawingml/2006/main" noGrp="1"/>
          </p:cNvSpPr>
          <p:nvPr/>
        </p:nvSpPr>
        <p:spPr>
          <a:xfrm xmlns:a="http://schemas.openxmlformats.org/drawingml/2006/main">
            <a:off x="9086850" y="2333625"/>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Save .agent-id</a:t>
            </a:r>
          </a:p>
        </p:txBody>
      </p:sp>
      <p:sp>
        <p:nvSpPr>
          <p:cNvPr id="10" name="">
            <a:extLst xmlns:a="http://schemas.openxmlformats.org/drawingml/2006/main">
              <a:ext uri="{FF2B5EF4-FFF2-40B4-BE49-F238E27FC236}">
                <a16:creationId xmlns:a16="http://schemas.microsoft.com/office/drawing/2014/main" id="{F470F206-2698-4DD4-8474-4AD503C804F7}"/>
              </a:ext>
            </a:extLst>
          </p:cNvPr>
          <p:cNvSpPr>
            <a:spLocks xmlns:a="http://schemas.openxmlformats.org/drawingml/2006/main" noGrp="1"/>
          </p:cNvSpPr>
          <p:nvPr/>
        </p:nvSpPr>
        <p:spPr>
          <a:xfrm xmlns:a="http://schemas.openxmlformats.org/drawingml/2006/main">
            <a:off x="685800" y="54292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3C"/>
                </a:solidFill>
                <a:latin typeface="Bitstream Charter"/>
                <a:ea typeface="Bitstream Charter"/>
                <a:cs typeface="Bitstream Charter"/>
              </a:defRPr>
            </a:pPr>
            <a:r>
              <a:rPr sz="2100" b="0">
                <a:solidFill>
                  <a:srgbClr val="18383C"/>
                </a:solidFill>
                <a:latin typeface="Bitstream Charter"/>
                <a:ea typeface="Bitstream Charter"/>
                <a:cs typeface="Bitstream Charter"/>
              </a:rPr>
              <a:t>You supply the API key. The setup command saves the agent ID.</a:t>
            </a:r>
          </a:p>
        </p:txBody>
      </p:sp>
      <p:sp>
        <p:nvSpPr>
          <p:cNvPr id="11" name="">
            <a:extLst xmlns:a="http://schemas.openxmlformats.org/drawingml/2006/main">
              <a:ext uri="{FF2B5EF4-FFF2-40B4-BE49-F238E27FC236}">
                <a16:creationId xmlns:a16="http://schemas.microsoft.com/office/drawing/2014/main" id="{08D3F20D-3B3F-4552-B25B-F2B27AF8E612}"/>
              </a:ext>
            </a:extLst>
          </p:cNvPr>
          <p:cNvSpPr>
            <a:spLocks xmlns:a="http://schemas.openxmlformats.org/drawingml/2006/main" noGrp="1"/>
          </p:cNvSpPr>
          <p:nvPr/>
        </p:nvSpPr>
        <p:spPr>
          <a:xfrm xmlns:a="http://schemas.openxmlformats.org/drawingml/2006/main">
            <a:off x="10668000" y="63341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8383C"/>
                </a:solidFill>
                <a:latin typeface="Bitstream Charter"/>
                <a:ea typeface="Bitstream Charter"/>
                <a:cs typeface="Bitstream Charter"/>
              </a:defRPr>
            </a:pPr>
            <a:r>
              <a:rPr sz="1200" b="0">
                <a:solidFill>
                  <a:srgbClr val="18383C"/>
                </a:solidFill>
                <a:latin typeface="Bitstream Charter"/>
                <a:ea typeface="Bitstream Charter"/>
                <a:cs typeface="Bitstream Charter"/>
              </a:rPr>
              <a:t>3 / 4</a:t>
            </a:r>
          </a:p>
        </p:txBody>
      </p:sp>
    </p:spTree>
    <p:extLst>
      <p:ext uri="{BB962C8B-B14F-4D97-AF65-F5344CB8AC3E}">
        <p14:creationId xmlns:p14="http://schemas.microsoft.com/office/powerpoint/2010/main" val="557890022"/>
      </p:ext>
    </p:extLst>
  </p:cSld>
</p:sld>
</file>

<file path=ppt/slides/slide4.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3FF100-DC98-40B7-8AE2-7BF971BB0ED9}"/>
              </a:ext>
            </a:extLst>
          </p:cNvPr>
          <p:cNvSpPr>
            <a:spLocks xmlns:a="http://schemas.openxmlformats.org/drawingml/2006/main" noGrp="1"/>
          </p:cNvSpPr>
          <p:nvPr/>
        </p:nvSpPr>
        <p:spPr>
          <a:xfrm xmlns:a="http://schemas.openxmlformats.org/drawingml/2006/main">
            <a:off x="68580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7376"/>
                </a:solidFill>
                <a:latin typeface="Bitstream Charter"/>
                <a:ea typeface="Bitstream Charter"/>
                <a:cs typeface="Bitstream Charter"/>
              </a:defRPr>
            </a:pPr>
            <a:r>
              <a:rPr sz="1200" b="0">
                <a:solidFill>
                  <a:srgbClr val="567376"/>
                </a:solidFill>
                <a:latin typeface="Bitstream Charter"/>
                <a:ea typeface="Bitstream Charter"/>
                <a:cs typeface="Bitstream Charter"/>
              </a:rPr>
              <a:t>PRESENTATIONS / VOICE MATH</a:t>
            </a:r>
          </a:p>
        </p:txBody>
      </p:sp>
      <p:sp>
        <p:nvSpPr>
          <p:cNvPr id="2" name="">
            <a:extLst xmlns:a="http://schemas.openxmlformats.org/drawingml/2006/main">
              <a:ext uri="{FF2B5EF4-FFF2-40B4-BE49-F238E27FC236}">
                <a16:creationId xmlns:a16="http://schemas.microsoft.com/office/drawing/2014/main" id="{F9FA1D3B-E667-4ABB-B655-BA31ADF148BD}"/>
              </a:ext>
            </a:extLst>
          </p:cNvPr>
          <p:cNvSpPr>
            <a:spLocks xmlns:a="http://schemas.openxmlformats.org/drawingml/2006/main" noGrp="1"/>
          </p:cNvSpPr>
          <p:nvPr/>
        </p:nvSpPr>
        <p:spPr>
          <a:xfrm xmlns:a="http://schemas.openxmlformats.org/drawingml/2006/main">
            <a:off x="685800" y="9048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83C"/>
                </a:solidFill>
                <a:latin typeface="Bitstream Charter"/>
                <a:ea typeface="Bitstream Charter"/>
                <a:cs typeface="Bitstream Charter"/>
              </a:defRPr>
            </a:pPr>
            <a:r>
              <a:rPr sz="3450" b="1">
                <a:solidFill>
                  <a:srgbClr val="18383C"/>
                </a:solidFill>
                <a:latin typeface="Bitstream Charter"/>
                <a:ea typeface="Bitstream Charter"/>
                <a:cs typeface="Bitstream Charter"/>
              </a:rPr>
              <a:t>Demo math needs no credentials</a:t>
            </a:r>
          </a:p>
        </p:txBody>
      </p:sp>
      <p:sp>
        <p:nvSpPr>
          <p:cNvPr id="3" name="">
            <a:extLst xmlns:a="http://schemas.openxmlformats.org/drawingml/2006/main">
              <a:ext uri="{FF2B5EF4-FFF2-40B4-BE49-F238E27FC236}">
                <a16:creationId xmlns:a16="http://schemas.microsoft.com/office/drawing/2014/main" id="{2856F40C-DC6A-41BA-AF55-3D94B230D885}"/>
              </a:ext>
            </a:extLst>
          </p:cNvPr>
          <p:cNvSpPr>
            <a:spLocks xmlns:a="http://schemas.openxmlformats.org/drawingml/2006/main" noGrp="1"/>
          </p:cNvSpPr>
          <p:nvPr/>
        </p:nvSpPr>
        <p:spPr>
          <a:xfrm xmlns:a="http://schemas.openxmlformats.org/drawingml/2006/main">
            <a:off x="685800" y="219075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Select or type</a:t>
            </a:r>
          </a:p>
        </p:txBody>
      </p:sp>
      <p:sp>
        <p:nvSpPr>
          <p:cNvPr id="4" name="">
            <a:extLst xmlns:a="http://schemas.openxmlformats.org/drawingml/2006/main">
              <a:ext uri="{FF2B5EF4-FFF2-40B4-BE49-F238E27FC236}">
                <a16:creationId xmlns:a16="http://schemas.microsoft.com/office/drawing/2014/main" id="{A8417D00-B352-428E-B2CA-DDC323C10D1D}"/>
              </a:ext>
            </a:extLst>
          </p:cNvPr>
          <p:cNvSpPr>
            <a:spLocks xmlns:a="http://schemas.openxmlformats.org/drawingml/2006/main" noGrp="1"/>
          </p:cNvSpPr>
          <p:nvPr/>
        </p:nvSpPr>
        <p:spPr>
          <a:xfrm xmlns:a="http://schemas.openxmlformats.org/drawingml/2006/main">
            <a:off x="3067050" y="2400300"/>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5" name="">
            <a:extLst xmlns:a="http://schemas.openxmlformats.org/drawingml/2006/main">
              <a:ext uri="{FF2B5EF4-FFF2-40B4-BE49-F238E27FC236}">
                <a16:creationId xmlns:a16="http://schemas.microsoft.com/office/drawing/2014/main" id="{9F8ED1A1-1EC0-4C45-BC38-874D6C1B3F02}"/>
              </a:ext>
            </a:extLst>
          </p:cNvPr>
          <p:cNvSpPr>
            <a:spLocks xmlns:a="http://schemas.openxmlformats.org/drawingml/2006/main" noGrp="1"/>
          </p:cNvSpPr>
          <p:nvPr/>
        </p:nvSpPr>
        <p:spPr>
          <a:xfrm xmlns:a="http://schemas.openxmlformats.org/drawingml/2006/main">
            <a:off x="3486150" y="219075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Browser app</a:t>
            </a:r>
          </a:p>
        </p:txBody>
      </p:sp>
      <p:sp>
        <p:nvSpPr>
          <p:cNvPr id="6" name="">
            <a:extLst xmlns:a="http://schemas.openxmlformats.org/drawingml/2006/main">
              <a:ext uri="{FF2B5EF4-FFF2-40B4-BE49-F238E27FC236}">
                <a16:creationId xmlns:a16="http://schemas.microsoft.com/office/drawing/2014/main" id="{CEB2251C-49E7-4EB1-9CFA-28544D081848}"/>
              </a:ext>
            </a:extLst>
          </p:cNvPr>
          <p:cNvSpPr>
            <a:spLocks xmlns:a="http://schemas.openxmlformats.org/drawingml/2006/main" noGrp="1"/>
          </p:cNvSpPr>
          <p:nvPr/>
        </p:nvSpPr>
        <p:spPr>
          <a:xfrm xmlns:a="http://schemas.openxmlformats.org/drawingml/2006/main">
            <a:off x="5867400" y="2400300"/>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7" name="">
            <a:extLst xmlns:a="http://schemas.openxmlformats.org/drawingml/2006/main">
              <a:ext uri="{FF2B5EF4-FFF2-40B4-BE49-F238E27FC236}">
                <a16:creationId xmlns:a16="http://schemas.microsoft.com/office/drawing/2014/main" id="{51F02306-C126-4271-A609-4B2EC0C1C279}"/>
              </a:ext>
            </a:extLst>
          </p:cNvPr>
          <p:cNvSpPr>
            <a:spLocks xmlns:a="http://schemas.openxmlformats.org/drawingml/2006/main" noGrp="1"/>
          </p:cNvSpPr>
          <p:nvPr/>
        </p:nvSpPr>
        <p:spPr>
          <a:xfrm xmlns:a="http://schemas.openxmlformats.org/drawingml/2006/main">
            <a:off x="6286500" y="219075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Express + mathjs</a:t>
            </a:r>
          </a:p>
        </p:txBody>
      </p:sp>
      <p:sp>
        <p:nvSpPr>
          <p:cNvPr id="8" name="">
            <a:extLst xmlns:a="http://schemas.openxmlformats.org/drawingml/2006/main">
              <a:ext uri="{FF2B5EF4-FFF2-40B4-BE49-F238E27FC236}">
                <a16:creationId xmlns:a16="http://schemas.microsoft.com/office/drawing/2014/main" id="{C314F48D-6694-46E4-B5F4-FE906F225697}"/>
              </a:ext>
            </a:extLst>
          </p:cNvPr>
          <p:cNvSpPr>
            <a:spLocks xmlns:a="http://schemas.openxmlformats.org/drawingml/2006/main" noGrp="1"/>
          </p:cNvSpPr>
          <p:nvPr/>
        </p:nvSpPr>
        <p:spPr>
          <a:xfrm xmlns:a="http://schemas.openxmlformats.org/drawingml/2006/main">
            <a:off x="8667750" y="2400300"/>
            <a:ext cx="342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3C"/>
                </a:solidFill>
                <a:latin typeface="Bitstream Charter"/>
                <a:ea typeface="Bitstream Charter"/>
                <a:cs typeface="Bitstream Charter"/>
              </a:defRPr>
            </a:pPr>
            <a:r>
              <a:rPr sz="2250" b="0">
                <a:solidFill>
                  <a:srgbClr val="18383C"/>
                </a:solidFill>
                <a:latin typeface="Bitstream Charter"/>
                <a:ea typeface="Bitstream Charter"/>
                <a:cs typeface="Bitstream Charter"/>
              </a:rPr>
              <a:t>→</a:t>
            </a:r>
          </a:p>
        </p:txBody>
      </p:sp>
      <p:sp>
        <p:nvSpPr>
          <p:cNvPr id="9" name="">
            <a:extLst xmlns:a="http://schemas.openxmlformats.org/drawingml/2006/main">
              <a:ext uri="{FF2B5EF4-FFF2-40B4-BE49-F238E27FC236}">
                <a16:creationId xmlns:a16="http://schemas.microsoft.com/office/drawing/2014/main" id="{78A7246E-CED0-41DD-8127-56FD60B8CD41}"/>
              </a:ext>
            </a:extLst>
          </p:cNvPr>
          <p:cNvSpPr>
            <a:spLocks xmlns:a="http://schemas.openxmlformats.org/drawingml/2006/main" noGrp="1"/>
          </p:cNvSpPr>
          <p:nvPr/>
        </p:nvSpPr>
        <p:spPr>
          <a:xfrm xmlns:a="http://schemas.openxmlformats.org/drawingml/2006/main">
            <a:off x="9086850" y="2190750"/>
            <a:ext cx="2286000" cy="876300"/>
          </a:xfrm>
          <a:prstGeom xmlns:a="http://schemas.openxmlformats.org/drawingml/2006/main" prst="rect">
            <a:avLst/>
          </a:prstGeom>
          <a:solidFill xmlns:a="http://schemas.openxmlformats.org/drawingml/2006/main">
            <a:srgbClr val="E0EFEB"/>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83C"/>
                </a:solidFill>
                <a:latin typeface="Bitstream Charter"/>
                <a:ea typeface="Bitstream Charter"/>
                <a:cs typeface="Bitstream Charter"/>
              </a:defRPr>
            </a:pPr>
            <a:r>
              <a:rPr sz="1800" b="1">
                <a:solidFill>
                  <a:srgbClr val="18383C"/>
                </a:solidFill>
                <a:latin typeface="Bitstream Charter"/>
                <a:ea typeface="Bitstream Charter"/>
                <a:cs typeface="Bitstream Charter"/>
              </a:rPr>
              <a:t>Show answer</a:t>
            </a:r>
          </a:p>
        </p:txBody>
      </p:sp>
      <p:sp>
        <p:nvSpPr>
          <p:cNvPr id="10" name="">
            <a:extLst xmlns:a="http://schemas.openxmlformats.org/drawingml/2006/main">
              <a:ext uri="{FF2B5EF4-FFF2-40B4-BE49-F238E27FC236}">
                <a16:creationId xmlns:a16="http://schemas.microsoft.com/office/drawing/2014/main" id="{63158381-FE7E-421E-9497-CB0ECAEA65BD}"/>
              </a:ext>
            </a:extLst>
          </p:cNvPr>
          <p:cNvSpPr>
            <a:spLocks xmlns:a="http://schemas.openxmlformats.org/drawingml/2006/main" noGrp="1"/>
          </p:cNvSpPr>
          <p:nvPr/>
        </p:nvSpPr>
        <p:spPr>
          <a:xfrm xmlns:a="http://schemas.openxmlformats.org/drawingml/2006/main">
            <a:off x="685800" y="54292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3C"/>
                </a:solidFill>
                <a:latin typeface="Bitstream Charter"/>
                <a:ea typeface="Bitstream Charter"/>
                <a:cs typeface="Bitstream Charter"/>
              </a:defRPr>
            </a:pPr>
            <a:r>
              <a:rPr sz="2100" b="0">
                <a:solidFill>
                  <a:srgbClr val="18383C"/>
                </a:solidFill>
                <a:latin typeface="Bitstream Charter"/>
                <a:ea typeface="Bitstream Charter"/>
                <a:cs typeface="Bitstream Charter"/>
              </a:rPr>
              <a:t>Example: 15% of 200 = 30</a:t>
            </a:r>
          </a:p>
        </p:txBody>
      </p:sp>
      <p:sp>
        <p:nvSpPr>
          <p:cNvPr id="11" name="">
            <a:extLst xmlns:a="http://schemas.openxmlformats.org/drawingml/2006/main">
              <a:ext uri="{FF2B5EF4-FFF2-40B4-BE49-F238E27FC236}">
                <a16:creationId xmlns:a16="http://schemas.microsoft.com/office/drawing/2014/main" id="{25E1DEC2-641D-4263-A367-88333D6D76D6}"/>
              </a:ext>
            </a:extLst>
          </p:cNvPr>
          <p:cNvSpPr>
            <a:spLocks xmlns:a="http://schemas.openxmlformats.org/drawingml/2006/main" noGrp="1"/>
          </p:cNvSpPr>
          <p:nvPr/>
        </p:nvSpPr>
        <p:spPr>
          <a:xfrm xmlns:a="http://schemas.openxmlformats.org/drawingml/2006/main">
            <a:off x="10668000" y="63341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8383C"/>
                </a:solidFill>
                <a:latin typeface="Bitstream Charter"/>
                <a:ea typeface="Bitstream Charter"/>
                <a:cs typeface="Bitstream Charter"/>
              </a:defRPr>
            </a:pPr>
            <a:r>
              <a:rPr sz="1200" b="0">
                <a:solidFill>
                  <a:srgbClr val="18383C"/>
                </a:solidFill>
                <a:latin typeface="Bitstream Charter"/>
                <a:ea typeface="Bitstream Charter"/>
                <a:cs typeface="Bitstream Charter"/>
              </a:rPr>
              <a:t>4 / 4</a:t>
            </a:r>
          </a:p>
        </p:txBody>
      </p:sp>
    </p:spTree>
    <p:extLst>
      <p:ext uri="{BB962C8B-B14F-4D97-AF65-F5344CB8AC3E}">
        <p14:creationId xmlns:p14="http://schemas.microsoft.com/office/powerpoint/2010/main" val="11307105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2026-09-20T09:38:15.8070000Z</dcterms:created>
  <dcterms:modified xsi:type="dcterms:W3CDTF">2026-09-20T09:38:15.8070000Z</dcterms:modified>
</coreProperties>
</file>