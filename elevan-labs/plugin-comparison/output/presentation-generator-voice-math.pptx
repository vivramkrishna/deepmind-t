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the components, not a literal data flow: local math and cloud voice are separate paths. Audience: app owner. Approximate length: 5 minutes. Source: Voice Math source files read in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Extension adds selected text as a URL query. App posts to /api/calculate. Express evaluates restricted arithmetic using mathjs. Example: 15% of 200 = 30. Source: Voice Math source files read in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signed URL returns via the local server to the browser. The API key never goes to the browser. Browser then starts a WebSocket conversation directly with the agent. Source: Voice Math source files read in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browser callback posts the expression to /api/calculate. Result returns through browser SDK to the agent. Agent is instructed to use the calculator, not guess. Source: Voice Math source files read in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goes in .env. npm run agent:setup creates the agent via ElevenLabs API and writes .agent-id. Both API key and agent ID are required internally. No placeholder identity or statistics are invented. Source: Voice Math source files read in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3400" b="1">
                <a:solidFill>
                  <a:srgbClr val="142C3B"/>
                </a:solidFill>
                <a:latin typeface="Arial"/>
              </a:rPr>
              <a:t>Your app handles math locally and voice through ElevenLabs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Browser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Local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ElevenLabs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789920" cy="1051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500" b="0">
                <a:solidFill>
                  <a:srgbClr val="126F75"/>
                </a:solidFill>
                <a:latin typeface="Arial"/>
              </a:rPr>
              <a:t>Voice Math / architecture explainer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3400" b="1">
                <a:solidFill>
                  <a:srgbClr val="142C3B"/>
                </a:solidFill>
                <a:latin typeface="Arial"/>
              </a:rPr>
              <a:t>Selected questions reach the local calculator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Chrome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Browser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Math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789920" cy="1051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500" b="0">
                <a:solidFill>
                  <a:srgbClr val="126F75"/>
                </a:solidFill>
                <a:latin typeface="Arial"/>
              </a:rPr>
              <a:t>No credentials are needed for demo math.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502920" cy="274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1200" b="0">
                <a:solidFill>
                  <a:srgbClr val="142C3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3400" b="1">
                <a:solidFill>
                  <a:srgbClr val="142C3B"/>
                </a:solidFill>
                <a:latin typeface="Arial"/>
              </a:rPr>
              <a:t>Your server authorizes a direct browser voice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Local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Session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Signed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789920" cy="1051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500" b="0">
                <a:solidFill>
                  <a:srgbClr val="126F75"/>
                </a:solidFill>
                <a:latin typeface="Arial"/>
              </a:rPr>
              <a:t>Browser ↔ ElevenLabs: audio and 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502920" cy="274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1200" b="0">
                <a:solidFill>
                  <a:srgbClr val="142C3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3400" b="1">
                <a:solidFill>
                  <a:srgbClr val="142C3B"/>
                </a:solidFill>
                <a:latin typeface="Arial"/>
              </a:rPr>
              <a:t>The voice agent requests accurate calculations through your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Agent tool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Browser callback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Local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Result to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789920" cy="1051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500" b="0">
                <a:solidFill>
                  <a:srgbClr val="126F75"/>
                </a:solidFill>
                <a:latin typeface="Arial"/>
              </a:rPr>
              <a:t>The agent speaks after receiving the tool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502920" cy="274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1200" b="0">
                <a:solidFill>
                  <a:srgbClr val="142C3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3400" b="1">
                <a:solidFill>
                  <a:srgbClr val="142C3B"/>
                </a:solidFill>
                <a:latin typeface="Arial"/>
              </a:rPr>
              <a:t>One setup command creates the agent ID for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agent:setup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Create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71800"/>
            <a:ext cx="457200" cy="594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600" b="0">
                <a:solidFill>
                  <a:srgbClr val="142C3B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2743200"/>
            <a:ext cx="2240280" cy="1097280"/>
          </a:xfrm>
          <a:prstGeom prst="rect">
            <a:avLst/>
          </a:prstGeom>
          <a:solidFill>
            <a:srgbClr val="D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ctr"/>
            <a:r>
              <a:rPr sz="2300" b="1">
                <a:solidFill>
                  <a:srgbClr val="142C3B"/>
                </a:solidFill>
                <a:latin typeface="Arial"/>
              </a:rPr>
              <a:t>Save agent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789920" cy="1051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2500" b="0">
                <a:solidFill>
                  <a:srgbClr val="126F75"/>
                </a:solidFill>
                <a:latin typeface="Arial"/>
              </a:rPr>
              <a:t>Add your key, run setup, restart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502920" cy="274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rPr sz="1200" b="0">
                <a:solidFill>
                  <a:srgbClr val="142C3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